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find your seat</a:t>
            </a:r>
            <a:endParaRPr lang="en-US" sz="3800" dirty="0"/>
          </a:p>
        </p:txBody>
      </p:sp>
      <p:pic>
        <p:nvPicPr>
          <p:cNvPr id="3" name="Image 0" descr="/Users/rsalemi/vaults/nhsengineering/assets/class01-welcome/s03-seating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967" y="1600200"/>
            <a:ext cx="948558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salemi/vaults/nhsengineering/slides/.build/s28-breadboard-prototype_6.43x7.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9659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in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Salemi  ·  Natick High School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December, you will have built this.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/Users/rsalemi/vaults/nhsengineering/guides/unit01/images/e09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81027"/>
            <a:ext cx="2971800" cy="25130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48646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Simon game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498848" y="16916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/Users/rsalemi/vaults/nhsengineering/guides/unit01/images/e08_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724014"/>
            <a:ext cx="2971800" cy="12270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27448" y="48646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 that says hello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311896" y="16916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/Users/rsalemi/vaults/nhsengineering/guides/unit01/images/e07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87370"/>
            <a:ext cx="2971800" cy="13003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40496" y="48646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synthesizer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model of one. A working one, on your bench, running code you wrote.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Salemi (and Mae)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2880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Engineer, 1985–2022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years designing hardware and software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UMass Amherst — Computer Engineering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Babson College — MBA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author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Tucker Mysteries, and books on engineering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086600" y="1691640"/>
            <a:ext cx="4434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/Users/rsalemi/vaults/nhsengineering/slides/.build/s04-salemi-and-mae_4.35x3.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920240"/>
            <a:ext cx="3977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facts</a:t>
            </a:r>
            <a:endParaRPr lang="en-US" sz="3400" dirty="0"/>
          </a:p>
        </p:txBody>
      </p:sp>
      <p:pic>
        <p:nvPicPr>
          <p:cNvPr id="3" name="Image 0" descr="/Users/rsalemi/vaults/nhsengineering/slides/.build/s21-engineering-is-fun_5.70x3.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212080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4572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is fun.</a:t>
            </a:r>
            <a:endParaRPr lang="en-US" sz="2800" dirty="0"/>
          </a:p>
        </p:txBody>
      </p:sp>
      <p:pic>
        <p:nvPicPr>
          <p:cNvPr id="5" name="Image 1" descr="/Users/rsalemi/vaults/nhsengineering/slides/.build/s21-engineering-is-not-easy_5.70x3.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212080" cy="2926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63640" y="4572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is not easy.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true at the same time. That is the whole class.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how most classes work.</a:t>
            </a:r>
            <a:endParaRPr lang="en-US" sz="3800" dirty="0"/>
          </a:p>
        </p:txBody>
      </p:sp>
      <p:pic>
        <p:nvPicPr>
          <p:cNvPr id="3" name="Image 0" descr="/Users/rsalemi/vaults/nhsengineering/assets/class01-welcome/s20-problem-fail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1148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49240" y="1691640"/>
            <a:ext cx="6126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623560" y="18562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are used to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2295144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problem you already know how to solve.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49240" y="3840480"/>
            <a:ext cx="6126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623560" y="40050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4443984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it. It does not work.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why. Fix it. It still does not work.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again. Now it works — and you know why.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projects. Three kinds of engineering.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/Users/rsalemi/vaults/nhsengineering/slides/.build/s22-discipline-electronics_3.25x1.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971800" cy="1691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3703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2245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it. Build it. Make it blink, buzz, and play.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98848" y="16916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/Users/rsalemi/vaults/nhsengineering/slides/.build/s22-discipline-software-pm_3.25x1.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20240"/>
            <a:ext cx="2971800" cy="1691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27448" y="3703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4727448" y="42245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727448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spec. Make an AI build it. Test what it gives you.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311896" y="169164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2" descr="/Users/rsalemi/vaults/nhsengineering/slides/.build/s22-discipline-robotics_3.25x1.8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920240"/>
            <a:ext cx="2971800" cy="1691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40496" y="3703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8540496" y="42245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540496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something move on purpose.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class is for you if…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13232" y="189280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3232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874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curious whether engineering is a career you want.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31272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108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like the moment something finally works.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13232" y="436168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343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willing to be stuck for twenty minutes and keep going.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66560" y="173736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0" descr="/Users/rsalemi/vaults/nhsengineering/guides/unit01/images/e06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2962" y="1965960"/>
            <a:ext cx="3282076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is not for everyone.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10312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is in the holder every period.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stuck, and being stuck is the job — not a sign you are failing.</a:t>
            </a:r>
            <a:endParaRPr lang="en-US" sz="2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is graded on whether it works.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7091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is not the class you were hoping for, there is still time to switch.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feelings. I would rather you find the right room than spend a term in the wrong one.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an engineer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does this for a living.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then tell me one thing about the job that surprised you.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0" y="1691640"/>
            <a:ext cx="6492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/Users/rsalemi/vaults/nhsengineering/assets/class01-welcome/s13-meet-an-engineer-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014919"/>
            <a:ext cx="6035040" cy="33768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salemi/vaults/nhsengineering/slides/.build/s07-classroom-working_13.33x7.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D31">
              <a:alpha val="5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Rule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01752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 productive</a:t>
            </a:r>
            <a:endParaRPr lang="en-US" sz="42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environment.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goes in the holder. Every class.</a:t>
            </a:r>
            <a:endParaRPr lang="en-US" sz="3800" dirty="0"/>
          </a:p>
        </p:txBody>
      </p:sp>
      <p:pic>
        <p:nvPicPr>
          <p:cNvPr id="3" name="Image 0" descr="/Users/rsalemi/vaults/nhsengineering/assets/class01-welcome/s11-phone-holder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708" y="1737360"/>
            <a:ext cx="2166103" cy="3200400"/>
          </a:xfrm>
          <a:prstGeom prst="rect">
            <a:avLst/>
          </a:prstGeom>
        </p:spPr>
      </p:pic>
      <p:pic>
        <p:nvPicPr>
          <p:cNvPr id="4" name="Image 1" descr="/Users/rsalemi/vaults/nhsengineering/assets/class01-welcome/s11-alphabetical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72928"/>
            <a:ext cx="1828800" cy="252926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120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number on the alphabetical list.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7086600" y="1737360"/>
            <a:ext cx="4434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36092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36092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remind you.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60920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time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360920" y="32278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notify Mr. Hinnenkamp, the department head.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60920" y="38313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that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write you up, without warning.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5120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hands are going to be busy. That is the real reason.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salemi/vaults/nhsengineering/assets/class01-welcome/s12-no-phones-barad-du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0" y="548640"/>
            <a:ext cx="4320540" cy="5760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phones.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 is always watching.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to the end.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relaxation time, stay at your table and relax.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hanging by the door.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30936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/Users/rsalemi/vaults/nhsengineering/assets/class01-welcome/s08-patience-quo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468880"/>
            <a:ext cx="47548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and it works.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98848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27448" y="19659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727448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— or a redo that comes back right.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11896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540496" y="19659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8540496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never finish it.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5262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that is not working yet comes back to you as a redo, as many times as it takes, and is worth 18 once it is right. Show both halves — the simulation and the real circuit — to get it checked off.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has a submission document.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11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 in it.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document to get credit. A project that is built but not submitted is not finished.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3504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/Users/rsalemi/vaults/nhsengineering/assets/class01-welcome/s02-submission-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1104" y="1920240"/>
            <a:ext cx="299427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Google Classroom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spc="4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3kicjrxy</a:t>
            </a:r>
            <a:endParaRPr lang="en-US" sz="9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Tinkercad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account.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737360" y="2194560"/>
            <a:ext cx="8686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/Users/rsalemi/vaults/nhsengineering/assets/class01-welcome/s30-tinkercad-class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783995"/>
            <a:ext cx="8229600" cy="23872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B2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00: Set up your Arduino IDE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Arduino blink.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737360" y="2194560"/>
            <a:ext cx="8686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5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/Users/rsalemi/vaults/nhsengineering/assets/class01-welcome/s31-project00-class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391" y="2377440"/>
            <a:ext cx="507473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is fun.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is not easy.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keyboards.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Themes in Engineering - Class 01 Welcome</dc:title>
  <dc:subject>PptxGenJS Presentation</dc:subject>
  <dc:creator>Ray Salemi</dc:creator>
  <cp:lastModifiedBy>Ray Salemi</cp:lastModifiedBy>
  <cp:revision>1</cp:revision>
  <dcterms:created xsi:type="dcterms:W3CDTF">2026-08-30T14:03:22Z</dcterms:created>
  <dcterms:modified xsi:type="dcterms:W3CDTF">2026-08-30T14:03:22Z</dcterms:modified>
</cp:coreProperties>
</file>